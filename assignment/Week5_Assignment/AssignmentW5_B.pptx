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ORM Show &amp; Tell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By: Shahil Vora</a:t>
            </a:r>
          </a:p>
          <a:p>
            <a:r>
              <a:t>Assignment W5-B — ORM Comparison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&amp;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Demonstrate knowledge of ORMs and alternatives</a:t>
            </a:r>
          </a:p>
          <a:p>
            <a:endParaRPr/>
          </a:p>
          <a:p>
            <a:r>
              <a:t>Agenda:</a:t>
            </a:r>
          </a:p>
          <a:p>
            <a:r>
              <a:t>1. Compare EF Core, Dapper, ADO.NET</a:t>
            </a:r>
          </a:p>
          <a:p>
            <a:r>
              <a:t>2. Implement same query in each</a:t>
            </a:r>
          </a:p>
          <a:p>
            <a:r>
              <a:t>3. Discuss performance, maintainability, and security</a:t>
            </a:r>
          </a:p>
          <a:p>
            <a:r>
              <a:t>4. When to use each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ADO.NET — low-level data access using SqlConnection, SqlCommand, SqlDataReader.</a:t>
            </a:r>
          </a:p>
          <a:p>
            <a:r>
              <a:t>Dapper — micro ORM, minimal overhead, SQL-based.</a:t>
            </a:r>
          </a:p>
          <a:p>
            <a:r>
              <a:t>EF Core — full ORM, LINQ queries, migrations, entity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Dataset / Query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Table: Employees(Id, Name, Department, Salary)</a:t>
            </a:r>
          </a:p>
          <a:p>
            <a:r>
              <a:t>Goal: Retrieve all employees in 'Engineering' with salary &gt; 50000.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ADO.NET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using var conn = new </a:t>
            </a:r>
            <a:r>
              <a:rPr sz="2400" dirty="0" err="1"/>
              <a:t>SqlConnection</a:t>
            </a:r>
            <a:r>
              <a:rPr sz="2400" dirty="0"/>
              <a:t>(</a:t>
            </a:r>
            <a:r>
              <a:rPr sz="2400" dirty="0" err="1"/>
              <a:t>connectionString</a:t>
            </a:r>
            <a:r>
              <a:rPr sz="2400" dirty="0"/>
              <a:t>);</a:t>
            </a:r>
          </a:p>
          <a:p>
            <a:r>
              <a:rPr sz="2400" dirty="0" err="1"/>
              <a:t>conn.Open</a:t>
            </a:r>
            <a:r>
              <a:rPr sz="2400" dirty="0"/>
              <a:t>();</a:t>
            </a:r>
          </a:p>
          <a:p>
            <a:r>
              <a:rPr sz="2400" dirty="0"/>
              <a:t>using var </a:t>
            </a:r>
            <a:r>
              <a:rPr sz="2400" dirty="0" err="1"/>
              <a:t>cmd</a:t>
            </a:r>
            <a:r>
              <a:rPr sz="2400" dirty="0"/>
              <a:t> = new </a:t>
            </a:r>
            <a:r>
              <a:rPr sz="2400" dirty="0" err="1"/>
              <a:t>SqlCommand</a:t>
            </a:r>
            <a:r>
              <a:rPr sz="2400" dirty="0"/>
              <a:t>("SELECT Id, Name, Department, Salary FROM Employees WHERE Department = @dept AND Salary &gt; @minSalary", conn);</a:t>
            </a:r>
          </a:p>
          <a:p>
            <a:r>
              <a:rPr sz="2400" dirty="0" err="1"/>
              <a:t>cmd.Parameters.AddWithValue</a:t>
            </a:r>
            <a:r>
              <a:rPr sz="2400" dirty="0"/>
              <a:t>("@dept", "Engineering");</a:t>
            </a:r>
          </a:p>
          <a:p>
            <a:r>
              <a:rPr sz="2400" dirty="0" err="1"/>
              <a:t>cmd.Parameters.AddWithValue</a:t>
            </a:r>
            <a:r>
              <a:rPr sz="2400" dirty="0"/>
              <a:t>("@</a:t>
            </a:r>
            <a:r>
              <a:rPr sz="2400" dirty="0" err="1"/>
              <a:t>minSalary</a:t>
            </a:r>
            <a:r>
              <a:rPr sz="2400" dirty="0"/>
              <a:t>", 50000m);</a:t>
            </a:r>
          </a:p>
          <a:p>
            <a:r>
              <a:rPr sz="2400" dirty="0"/>
              <a:t>using var reader = </a:t>
            </a:r>
            <a:r>
              <a:rPr sz="2400" dirty="0" err="1"/>
              <a:t>cmd.ExecuteReader</a:t>
            </a:r>
            <a:r>
              <a:rPr sz="2400" dirty="0"/>
              <a:t>();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Dapper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using var conn = new </a:t>
            </a:r>
            <a:r>
              <a:rPr dirty="0" err="1"/>
              <a:t>SqlConnection</a:t>
            </a:r>
            <a:r>
              <a:rPr dirty="0"/>
              <a:t>(</a:t>
            </a:r>
            <a:r>
              <a:rPr dirty="0" err="1"/>
              <a:t>connectionString</a:t>
            </a:r>
            <a:r>
              <a:rPr dirty="0"/>
              <a:t>);</a:t>
            </a:r>
          </a:p>
          <a:p>
            <a:r>
              <a:rPr dirty="0"/>
              <a:t>var </a:t>
            </a:r>
            <a:r>
              <a:rPr dirty="0" err="1"/>
              <a:t>sql</a:t>
            </a:r>
            <a:r>
              <a:rPr dirty="0"/>
              <a:t> = "SELECT Id, Name, Department, Salary FROM Employees WHERE Department = @dept AND Salary &gt; @minSalary";</a:t>
            </a:r>
          </a:p>
          <a:p>
            <a:r>
              <a:rPr dirty="0"/>
              <a:t>var employees = </a:t>
            </a:r>
            <a:r>
              <a:rPr dirty="0" err="1"/>
              <a:t>conn.Query</a:t>
            </a:r>
            <a:r>
              <a:rPr dirty="0"/>
              <a:t>&lt;Employee&gt;(</a:t>
            </a:r>
            <a:r>
              <a:rPr dirty="0" err="1"/>
              <a:t>sql</a:t>
            </a:r>
            <a:r>
              <a:rPr dirty="0"/>
              <a:t>, new { dept = "Engineering", </a:t>
            </a:r>
            <a:r>
              <a:rPr dirty="0" err="1"/>
              <a:t>minSalary</a:t>
            </a:r>
            <a:r>
              <a:rPr dirty="0"/>
              <a:t> = 50000m }).</a:t>
            </a:r>
            <a:r>
              <a:rPr dirty="0" err="1"/>
              <a:t>ToList</a:t>
            </a:r>
            <a:r>
              <a:rPr dirty="0"/>
              <a:t>();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 Core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var context = new AppDbContext();</a:t>
            </a:r>
          </a:p>
          <a:p>
            <a:r>
              <a:t>var employees = context.Employees</a:t>
            </a:r>
          </a:p>
          <a:p>
            <a:r>
              <a:t>    .Where(e =&gt; e.Department == "Engineering" &amp;&amp; e.Salary &gt; 50000m)</a:t>
            </a:r>
          </a:p>
          <a:p>
            <a:r>
              <a:t>    .ToList();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ADO.NET: Fastest, direct database access.</a:t>
            </a:r>
          </a:p>
          <a:p>
            <a:r>
              <a:t>Dapper: Nearly same speed as ADO.NET.</a:t>
            </a:r>
          </a:p>
          <a:p>
            <a:r>
              <a:t>EF Core: Slightly slower due to abstraction.</a:t>
            </a:r>
          </a:p>
          <a:p>
            <a:r>
              <a:t>Trade-off between speed and productivity.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Maintainability &amp; Productivity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 Core: High productivity, handles schema &amp; migrations.</a:t>
            </a:r>
          </a:p>
          <a:p>
            <a:r>
              <a:t>Dapper: Good balance — write SQL but map automatically.</a:t>
            </a:r>
          </a:p>
          <a:p>
            <a:r>
              <a:t>ADO.NET: Most manual work, least maintainable.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All: Use parameterized queries.</a:t>
            </a:r>
          </a:p>
          <a:p>
            <a:r>
              <a:t>EF Core: LINQ minimizes injection risk.</a:t>
            </a:r>
          </a:p>
          <a:p>
            <a:r>
              <a:t>Dapper/ADO.NET: High control, higher responsibility.</a:t>
            </a:r>
          </a:p>
          <a:p>
            <a:r>
              <a:t>Manage connections and resources properly.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Which?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 Core — CRUD-heavy, large systems, quick dev.</a:t>
            </a:r>
          </a:p>
          <a:p>
            <a:r>
              <a:t>Dapper — When you need control and speed.</a:t>
            </a:r>
          </a:p>
          <a:p>
            <a:r>
              <a:t>ADO.NET — Performance-critical or legacy systems.</a:t>
            </a:r>
          </a:p>
          <a:p>
            <a:r>
              <a:t>You can mix approaches!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 Core: Best for rapid development.</a:t>
            </a:r>
          </a:p>
          <a:p>
            <a:r>
              <a:t>Dapper: Great middle ground.</a:t>
            </a:r>
          </a:p>
          <a:p>
            <a:r>
              <a:t>ADO.NET: Best for performance-critical cases.</a:t>
            </a:r>
          </a:p>
          <a:p>
            <a:r>
              <a:t>Each has its place — understand and choose wisely.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492</Words>
  <Application>Microsoft Office PowerPoint</Application>
  <PresentationFormat>On-screen Show (4:3)</PresentationFormat>
  <Paragraphs>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Mini ORM Show &amp; Tell</vt:lpstr>
      <vt:lpstr>Purpose &amp; Agenda</vt:lpstr>
      <vt:lpstr>The Players</vt:lpstr>
      <vt:lpstr>Sample Dataset / Query Context</vt:lpstr>
      <vt:lpstr>ADO.NET Example</vt:lpstr>
      <vt:lpstr>Dapper Example</vt:lpstr>
      <vt:lpstr>EF Core Example</vt:lpstr>
      <vt:lpstr>Performance Comparison</vt:lpstr>
      <vt:lpstr>Maintainability &amp; Productivity</vt:lpstr>
      <vt:lpstr>Security &amp; Best Practices</vt:lpstr>
      <vt:lpstr>When to Use Which?</vt:lpstr>
      <vt:lpstr>Summary &amp; Takeaways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Shahil Vora</cp:lastModifiedBy>
  <cp:revision>2</cp:revision>
  <dcterms:created xsi:type="dcterms:W3CDTF">2013-01-27T09:14:16Z</dcterms:created>
  <dcterms:modified xsi:type="dcterms:W3CDTF">2025-11-02T15:15:45Z</dcterms:modified>
  <cp:category/>
</cp:coreProperties>
</file>